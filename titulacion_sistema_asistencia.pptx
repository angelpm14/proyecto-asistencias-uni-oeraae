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1D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93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412480" y="100584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TITULACIÓN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2240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Implementacion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Sistema de Control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Asistencias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 FIM-UNI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control y justificación de asistencia del personal mediante DNI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75488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ANGEL DANIEL PROSPERO MITMA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5230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IESTP. Manuel Arevalo Caceres · </a:t>
            </a:r>
            <a:r>
              <a:rPr lang="en-US" sz="1200" dirty="0" err="1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</a:t>
            </a: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informatica ·  2026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82A636E-B657-4722-A965-6DF8B5B7B755}"/>
              </a:ext>
            </a:extLst>
          </p:cNvPr>
          <p:cNvSpPr/>
          <p:nvPr/>
        </p:nvSpPr>
        <p:spPr>
          <a:xfrm>
            <a:off x="822960" y="54635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III: Gestion de </a:t>
            </a:r>
            <a:r>
              <a:rPr lang="en-US" sz="1200" dirty="0" err="1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internet y </a:t>
            </a:r>
            <a:r>
              <a:rPr lang="en-US" sz="1200" dirty="0" err="1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r>
              <a:rPr lang="en-US" sz="12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multimedia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7C1D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sustentación.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92040" y="685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58968" y="704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92040" y="1252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58968" y="1271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8196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58968" y="1837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sistema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2386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58968" y="2404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2953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49640" y="685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16568" y="704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asistencias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49640" y="1252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6568" y="1271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miembros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49640" y="18196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16568" y="1837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y turnos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2386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16568" y="2404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49640" y="2953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1656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Titulación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control de asistencia manual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 desorden e imprecisión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muchos centros de trabajo, el registro de entrada y salida del personal aún se lleva en hojas físicas o de forma poco estructurada, lo que dificulta calcular horas trabajadas, identificar tardanzas y sustentar faltas de manera ordenada.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F4F2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4404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horas acumuladas se hace manualmente, con lápiz y papel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F4F2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09879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995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registro claro de tardanzas, faltas y su justificación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F4F2F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75716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6542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historial de asistencia de una persona toma tiempo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5312664"/>
            <a:ext cx="457200" cy="457200"/>
          </a:xfrm>
          <a:prstGeom prst="ellipse">
            <a:avLst/>
          </a:prstGeom>
          <a:solidFill>
            <a:srgbClr val="F4F2F1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541553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53126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podría marcar asistencia por otra persona sin control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hoja de asistencia al control digital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7C1D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web sencillo que permita registrar, consultar y justificar la asistencia del personal mediante su DNI, facilitando el control de horas y turnos de trabajo.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3008376"/>
            <a:ext cx="566928" cy="566928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5" y="3135935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rápido por DNI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marcar entrada y salida ingresando únicamente el DNI del miembro.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7889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0256" y="3008376"/>
            <a:ext cx="566928" cy="566928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815" y="3135935"/>
            <a:ext cx="311810" cy="3118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administrativo centralizado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2940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usuarios, miembros, áreas y horarios desde una sola interfaz.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8463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18" name="Shape 14"/>
          <p:cNvSpPr/>
          <p:nvPr/>
        </p:nvSpPr>
        <p:spPr>
          <a:xfrm>
            <a:off x="859536" y="5065776"/>
            <a:ext cx="566928" cy="566928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95" y="5193335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51023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automático de horas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8680" y="5715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automáticamente las horas acumuladas frente a las horas requeridas.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48463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620256" y="5065776"/>
            <a:ext cx="566928" cy="566928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815" y="5193335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51023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de tardanzas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629400" y="5715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estado de cada asistencia y permitir su justificación.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Alcance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y qué no incluye 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2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3F7D5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Incluye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825496"/>
            <a:ext cx="82296" cy="8229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de entrada y salida mediante DNI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483864"/>
            <a:ext cx="82296" cy="8229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3558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administrativo: usuarios, miembros, áreas y horarios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142232"/>
            <a:ext cx="82296" cy="8229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0142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asistencia diaria y general por fecha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800600"/>
            <a:ext cx="82296" cy="8229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6725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horas acumuladas por miembro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5458968"/>
            <a:ext cx="82296" cy="82296"/>
          </a:xfrm>
          <a:prstGeom prst="ellipse">
            <a:avLst/>
          </a:prstGeom>
          <a:solidFill>
            <a:srgbClr val="3F7D53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53309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consulta de justificaciones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2F1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5120" y="1965960"/>
            <a:ext cx="457200" cy="457200"/>
          </a:xfrm>
          <a:prstGeom prst="ellipse">
            <a:avLst/>
          </a:prstGeom>
          <a:solidFill>
            <a:srgbClr val="B0413E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206883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1984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incluye (por ahora)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767456" y="3273552"/>
            <a:ext cx="82296" cy="822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3" name="Text 19"/>
          <p:cNvSpPr/>
          <p:nvPr/>
        </p:nvSpPr>
        <p:spPr>
          <a:xfrm>
            <a:off x="6950336" y="31455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biométrico o facial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767456" y="3931920"/>
            <a:ext cx="82296" cy="822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5" name="Text 21"/>
          <p:cNvSpPr/>
          <p:nvPr/>
        </p:nvSpPr>
        <p:spPr>
          <a:xfrm>
            <a:off x="6950336" y="38039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767456" y="4590288"/>
            <a:ext cx="82296" cy="822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7" name="Text 23"/>
          <p:cNvSpPr/>
          <p:nvPr/>
        </p:nvSpPr>
        <p:spPr>
          <a:xfrm>
            <a:off x="6950336" y="4462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niveles de administrador (solo uno)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Registro de asistencia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Marcado de asistencia en 3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pública para que los miembros registren su ingreso o salida. Solo el personal previamente registrado en el sistema puede marcar asistencia.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23060" y="3589020"/>
            <a:ext cx="8915400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063240"/>
            <a:ext cx="1051560" cy="105156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86" y="3336646"/>
            <a:ext cx="504749" cy="504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623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Ingresa su DNI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860" y="4681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miembro digita su número de documento en la pantalla de marcación.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63240"/>
            <a:ext cx="1051560" cy="105156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3336646"/>
            <a:ext cx="504749" cy="5047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3971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063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 Entrada o Salida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06340" y="4681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tipo de marcación que corresponde al momento.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880092" y="3063240"/>
            <a:ext cx="1051560" cy="105156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3497" y="3336646"/>
            <a:ext cx="504749" cy="5047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5824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805672" y="43061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valida y registra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938260" y="4681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verifica que sea un miembro registrado y guarda la hora exacta.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>
              <a:solidFill>
                <a:srgbClr val="D9C9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Panel administrativo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control, en una sola interfaz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iniciar sesión, el administrador accede a un panel con las siguientes categorías: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2722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hoy y asistencia general por fecha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22722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del personal administrativo y roles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0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2148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364" y="22722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503920" y="3200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o departamentos de la institución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5582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2296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que marca asistencia y sus turnos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89120" y="4206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26" name="Shape 20"/>
          <p:cNvSpPr/>
          <p:nvPr/>
        </p:nvSpPr>
        <p:spPr>
          <a:xfrm>
            <a:off x="4663440" y="4434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884" y="45582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6344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mañana, tarde y full configurables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229600" y="4206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4F2F1"/>
          </a:solidFill>
          <a:ln/>
        </p:spPr>
      </p:sp>
      <p:sp>
        <p:nvSpPr>
          <p:cNvPr id="31" name="Shape 24"/>
          <p:cNvSpPr/>
          <p:nvPr/>
        </p:nvSpPr>
        <p:spPr>
          <a:xfrm>
            <a:off x="8503920" y="44348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7364" y="45582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0392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sesión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50392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segura del panel administrativo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Consulta de asistencias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del día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en una tabla el detalle de todas las marcaciones registradas en la fecha actual, con buscador por nombre, DNI, fecha o estado.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544828"/>
              </p:ext>
            </p:extLst>
          </p:nvPr>
        </p:nvGraphicFramePr>
        <p:xfrm>
          <a:off x="548640" y="1920240"/>
          <a:ext cx="11109959" cy="1920240"/>
        </p:xfrm>
        <a:graphic>
          <a:graphicData uri="http://schemas.openxmlformats.org/drawingml/2006/table">
            <a:tbl>
              <a:tblPr/>
              <a:tblGrid>
                <a:gridCol w="666974">
                  <a:extLst>
                    <a:ext uri="{9D8B030D-6E8A-4147-A177-3AD203B41FA5}">
                      <a16:colId xmlns:a16="http://schemas.microsoft.com/office/drawing/2014/main" val="2278240140"/>
                    </a:ext>
                  </a:extLst>
                </a:gridCol>
                <a:gridCol w="260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5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4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32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Ángel Ramírez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71234567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Mañana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 38m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Tardanza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Torres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70123456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 02m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F7D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 Quispe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72345678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justificar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109960" cy="1737360"/>
          </a:xfrm>
          <a:prstGeom prst="roundRect">
            <a:avLst>
              <a:gd name="adj" fmla="val 3684"/>
            </a:avLst>
          </a:prstGeom>
          <a:solidFill>
            <a:srgbClr val="F4F2F1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" y="454914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17" y="4662297"/>
            <a:ext cx="276606" cy="276606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15544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Buscador integrado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554480" y="4882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filtrar por nombre, DNI, fecha o estado de asistencia.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40780" y="454914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937" y="466229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posibles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58000" y="48828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Puntual, tardanza o falta — con su respectiva justificación.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Consulta de asistencias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general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detalle que la asistencia diaria, pero agrupado por fecha para consultar el historial completo de cada miembro.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2425"/>
              </p:ext>
            </p:extLst>
          </p:nvPr>
        </p:nvGraphicFramePr>
        <p:xfrm>
          <a:off x="502920" y="1961579"/>
          <a:ext cx="11109961" cy="1336040"/>
        </p:xfrm>
        <a:graphic>
          <a:graphicData uri="http://schemas.openxmlformats.org/drawingml/2006/table">
            <a:tbl>
              <a:tblPr/>
              <a:tblGrid>
                <a:gridCol w="787998">
                  <a:extLst>
                    <a:ext uri="{9D8B030D-6E8A-4147-A177-3AD203B41FA5}">
                      <a16:colId xmlns:a16="http://schemas.microsoft.com/office/drawing/2014/main" val="3435018053"/>
                    </a:ext>
                  </a:extLst>
                </a:gridCol>
                <a:gridCol w="2284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49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94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¿Justificó?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17"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            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</a:rPr>
                        <a:t>18 / 07 / 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    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 / 07 / 2026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5833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Ángel Ramírez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71234567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Mañana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 40m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Tardanza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r>
                        <a:rPr lang="en-US" sz="105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42900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9" name="Shape 6"/>
          <p:cNvSpPr/>
          <p:nvPr/>
        </p:nvSpPr>
        <p:spPr>
          <a:xfrm>
            <a:off x="845820" y="368046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" y="379361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Agrupado por fecha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de fecha reúne todas las marcaciones de ese día.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342900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4594860" y="368046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017" y="37936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detalle que hoy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DNI, turno, horas, duración y estado de cada registro.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46720" y="342900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4F2F1"/>
          </a:solidFill>
          <a:ln/>
        </p:spPr>
      </p:sp>
      <p:sp>
        <p:nvSpPr>
          <p:cNvPr id="19" name="Shape 14"/>
          <p:cNvSpPr/>
          <p:nvPr/>
        </p:nvSpPr>
        <p:spPr>
          <a:xfrm>
            <a:off x="8343900" y="368046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057" y="379361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de justificar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32104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marcar una tardanza o falta como justificada o no.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Gestión de usuarios y miembros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registro: usuarios y miembros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185166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97" y="19648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del personal administrativo del sistema.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 · DNI · Rol (administrador, practicante, trabajador) · Correo · Teléfono · Dirección · Sexo · Área · Usuario y contraseña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4800600" cy="0"/>
          </a:xfrm>
          <a:prstGeom prst="line">
            <a:avLst/>
          </a:prstGeom>
          <a:noFill/>
          <a:ln w="12700">
            <a:solidFill>
              <a:srgbClr val="E3D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663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gestionan las Áreas de la institución (nombre y acciones de editar / eliminar).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2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52260" y="1851660"/>
            <a:ext cx="502920" cy="50292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417" y="1964817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3680" y="2377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que marca asistencia y acumula horas.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83680" y="2788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apellidos · DNI · Rol · Área · Correo · Teléfono · Dirección · Especialidad · Turno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583680" y="35661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acumuladas, horas necesarias y estado (pendiente / completado).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83680" y="4160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1100" b="1" dirty="0">
                <a:solidFill>
                  <a:srgbClr val="7C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4480560"/>
            <a:ext cx="4800600" cy="0"/>
          </a:xfrm>
          <a:prstGeom prst="line">
            <a:avLst/>
          </a:prstGeom>
          <a:noFill/>
          <a:ln w="12700">
            <a:solidFill>
              <a:srgbClr val="E3DF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0" y="4663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de horas evita que cada miembro tenga que sumarlas manualmente.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Horarios y turnos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turnos configurables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7C1D2E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1828800"/>
            <a:ext cx="548640" cy="548640"/>
          </a:xfrm>
          <a:prstGeom prst="ellipse">
            <a:avLst/>
          </a:prstGeom>
          <a:solidFill>
            <a:srgbClr val="5A142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 mañana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a.m. – 1:00 p.m.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7C1D2E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1828800"/>
            <a:ext cx="548640" cy="548640"/>
          </a:xfrm>
          <a:prstGeom prst="ellipse">
            <a:avLst/>
          </a:prstGeom>
          <a:solidFill>
            <a:srgbClr val="5A142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9522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 tarde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p.m. – 5:00 p.m.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7C1D2E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1828800"/>
            <a:ext cx="548640" cy="548640"/>
          </a:xfrm>
          <a:prstGeom prst="ellipse">
            <a:avLst/>
          </a:prstGeom>
          <a:solidFill>
            <a:srgbClr val="5A142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4" y="19522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 full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a.m. – 5:00 p.m.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11109960" cy="2377440"/>
          </a:xfrm>
          <a:prstGeom prst="roundRect">
            <a:avLst>
              <a:gd name="adj" fmla="val 3077"/>
            </a:avLst>
          </a:prstGeom>
          <a:solidFill>
            <a:srgbClr val="F4F2F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5840" y="3977640"/>
            <a:ext cx="548640" cy="54864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1010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acumuladas vs. horas necesarias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91640" y="44348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tiene un total de horas requeridas (por ejemplo, horas de práctica pre-profesional). El sistema suma automáticamente las horas trabajadas según sus marcaciones y muestra el estado: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691640" y="51663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0E3B8"/>
          </a:solidFill>
          <a:ln/>
        </p:spPr>
      </p:sp>
      <p:sp>
        <p:nvSpPr>
          <p:cNvPr id="25" name="Text 19"/>
          <p:cNvSpPr/>
          <p:nvPr/>
        </p:nvSpPr>
        <p:spPr>
          <a:xfrm>
            <a:off x="169164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251960" y="51663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D6EADD"/>
          </a:solidFill>
          <a:ln/>
        </p:spPr>
      </p:sp>
      <p:sp>
        <p:nvSpPr>
          <p:cNvPr id="27" name="Text 21"/>
          <p:cNvSpPr/>
          <p:nvPr/>
        </p:nvSpPr>
        <p:spPr>
          <a:xfrm>
            <a:off x="425196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Seguridad y accesos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niveles de acceso bien diferenciados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5A1420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217420"/>
            <a:ext cx="685800" cy="68580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410" y="23888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administrador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usuario administrador ingresa con </a:t>
            </a:r>
            <a:r>
              <a:rPr lang="en-US" sz="11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r>
              <a:rPr lang="en-US" sz="11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gestionar todo el sistema (usuarios, miembros, áreas, horarios y reportes).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5A1420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217420"/>
            <a:ext cx="685800" cy="68580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90" y="23888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de marcación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miembros previamente registrados pueden marcar asistencia; el sistema valida el DNI antes de guardar cualquier registro.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5A1420"/>
          </a:solidFill>
          <a:ln/>
        </p:spPr>
      </p:sp>
      <p:sp>
        <p:nvSpPr>
          <p:cNvPr id="15" name="Shape 11"/>
          <p:cNvSpPr/>
          <p:nvPr/>
        </p:nvSpPr>
        <p:spPr>
          <a:xfrm>
            <a:off x="9646920" y="2217420"/>
            <a:ext cx="685800" cy="685800"/>
          </a:xfrm>
          <a:prstGeom prst="ellipse">
            <a:avLst/>
          </a:prstGeom>
          <a:solidFill>
            <a:srgbClr val="7C1D2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0" y="23888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sesión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0392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puede cerrar sesión desde el panel en cualquier momento para proteger la información.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 de Control de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FIM-UNI · Examen de </a:t>
            </a:r>
            <a:r>
              <a:rPr lang="en-US" sz="900" dirty="0" err="1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C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321040" y="411480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Conclusiones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simple que resuelve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real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5A142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 el registro de asistencia mediante DNI, sin depender de hojas físicas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319272"/>
            <a:ext cx="457200" cy="457200"/>
          </a:xfrm>
          <a:prstGeom prst="ellipse">
            <a:avLst/>
          </a:prstGeom>
          <a:solidFill>
            <a:srgbClr val="5A142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33192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el cálculo de horas acumuladas, evitando el conteo manual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4032504"/>
            <a:ext cx="457200" cy="457200"/>
          </a:xfrm>
          <a:prstGeom prst="ellipse">
            <a:avLst/>
          </a:prstGeom>
          <a:solidFill>
            <a:srgbClr val="5A142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403250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tardanzas, faltas y sus justificaciones en un solo lugar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4745736"/>
            <a:ext cx="457200" cy="457200"/>
          </a:xfrm>
          <a:prstGeom prst="ellipse">
            <a:avLst/>
          </a:prstGeom>
          <a:solidFill>
            <a:srgbClr val="5A142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47457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una base sólida para futuras mejoras: biometría, app móvil y reportes exportables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1291</Words>
  <Application>Microsoft Office PowerPoint</Application>
  <PresentationFormat>Panorámica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Angel Prospero</cp:lastModifiedBy>
  <cp:revision>10</cp:revision>
  <dcterms:created xsi:type="dcterms:W3CDTF">2026-07-19T01:10:42Z</dcterms:created>
  <dcterms:modified xsi:type="dcterms:W3CDTF">2026-07-20T21:00:51Z</dcterms:modified>
</cp:coreProperties>
</file>